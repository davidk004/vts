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1" d="100"/>
          <a:sy n="81" d="100"/>
        </p:scale>
        <p:origin x="754" y="53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1670C3-82D1-E539-A5DA-0B257132F3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794BF4-1971-FA03-FFE6-1EF5A36134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B5A65A-9EFC-E6B0-3F05-F92711859B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064FA9-3B87-F5B7-DE6A-63332A6223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A82AB1-191E-2EE9-5B64-FE11142AEC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F1318E-C2B1-95DE-CA30-F90C381609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669C64-F757-8E96-CC2A-98A6173FB4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C0A603-63B6-9FA4-35B9-0F8B3C0EF8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A48E2-4D2F-80CE-E475-60C6C001D7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56BB66-CAA5-3E93-D98D-E3BDF1A7D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5B9CD1-2E5F-6A0D-376A-813DF68126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F0A46-970F-9A67-FB7E-D932152504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AA6C23-D222-BD92-8C1C-145BC49535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44F89-0E30-1927-54E7-02119F5DFD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119F74-DAC5-A65E-C1D7-9D94740F24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7040822" name="Picture 6" descr="Celestia-R1---OverlayTitle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403336100" name="Title 1"/>
          <p:cNvSpPr>
            <a:spLocks noGrp="1"/>
          </p:cNvSpPr>
          <p:nvPr>
            <p:ph type="ctrTitle"/>
          </p:nvPr>
        </p:nvSpPr>
        <p:spPr bwMode="auto"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4281689" name="Subtitle 2"/>
          <p:cNvSpPr>
            <a:spLocks noGrp="1"/>
          </p:cNvSpPr>
          <p:nvPr>
            <p:ph type="subTitle" idx="1"/>
          </p:nvPr>
        </p:nvSpPr>
        <p:spPr bwMode="auto"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2873039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932558" y="5870575"/>
            <a:ext cx="1600200" cy="377825"/>
          </a:xfrm>
        </p:spPr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72827913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962399" y="5870575"/>
            <a:ext cx="4893958" cy="3778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65175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608958" y="5870575"/>
            <a:ext cx="551167" cy="377825"/>
          </a:xfrm>
        </p:spPr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2761696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7064346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8113012" name="Content Placeholder 2"/>
          <p:cNvSpPr>
            <a:spLocks noGrp="1"/>
          </p:cNvSpPr>
          <p:nvPr>
            <p:ph idx="1"/>
          </p:nvPr>
        </p:nvSpPr>
        <p:spPr bwMode="auto"/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69536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9316770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20938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0370555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946970010" name="Title 1"/>
          <p:cNvSpPr>
            <a:spLocks noGrp="1"/>
          </p:cNvSpPr>
          <p:nvPr>
            <p:ph type="title"/>
          </p:nvPr>
        </p:nvSpPr>
        <p:spPr bwMode="auto"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69881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531401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7578172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53528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1157620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0531060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000986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1491556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821895" y="2142067"/>
            <a:ext cx="4995332" cy="36491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85195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6696558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153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6066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70296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202848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226664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096003" y="2226734"/>
            <a:ext cx="4722812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702326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4844840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96674518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9426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7852155" name="Picture 5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630343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5691015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53193680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592820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6867638" name="Picture 4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0097047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22159057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9957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2069509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447725200" name="Title 1"/>
          <p:cNvSpPr>
            <a:spLocks noGrp="1"/>
          </p:cNvSpPr>
          <p:nvPr>
            <p:ph type="title"/>
          </p:nvPr>
        </p:nvSpPr>
        <p:spPr bwMode="auto"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6201780" name="Content Placeholder 2"/>
          <p:cNvSpPr>
            <a:spLocks noGrp="1"/>
          </p:cNvSpPr>
          <p:nvPr>
            <p:ph idx="1"/>
          </p:nvPr>
        </p:nvSpPr>
        <p:spPr bwMode="auto"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666490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90240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9395714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546684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065578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429659933" name="Title 1"/>
          <p:cNvSpPr>
            <a:spLocks noGrp="1"/>
          </p:cNvSpPr>
          <p:nvPr>
            <p:ph type="title"/>
          </p:nvPr>
        </p:nvSpPr>
        <p:spPr bwMode="auto"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818014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4836464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36647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0130180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21573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8770407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718075067" name="Title 1"/>
          <p:cNvSpPr>
            <a:spLocks noGrp="1"/>
          </p:cNvSpPr>
          <p:nvPr>
            <p:ph type="title"/>
          </p:nvPr>
        </p:nvSpPr>
        <p:spPr bwMode="auto"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33784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0381756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5299602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65721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82269831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6264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2912523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872410209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76500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9189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2273628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78261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67829" name="Picture 15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457318058" name="TextBox 14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1809360870" name="TextBox 10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2146549159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6064090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78452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88315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8997212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73685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2967318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786673301" name="Title 1"/>
          <p:cNvSpPr>
            <a:spLocks noGrp="1"/>
          </p:cNvSpPr>
          <p:nvPr>
            <p:ph type="title"/>
          </p:nvPr>
        </p:nvSpPr>
        <p:spPr bwMode="auto"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08630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060855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574538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88210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0630485" name="Picture 10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044423752" name="TextBox 12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1696193554" name="TextBox 13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627806805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8875341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9309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19123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3962559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30115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5253226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568146322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7278128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1" y="3505199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815557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05013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9876558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96602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821410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50930347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93249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3901973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5189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  <p:sp>
        <p:nvSpPr>
          <p:cNvPr id="2091413998" name="Title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3361528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13974906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658675" y="609599"/>
            <a:ext cx="2158552" cy="5181601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132529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46268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5135500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08664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340301" name="Title Placeholder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79256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2142067"/>
            <a:ext cx="10131425" cy="3649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161684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35862404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668124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>
        <a:spcBef>
          <a:spcPts val="0"/>
        </a:spcBef>
        <a:buNone/>
        <a:defRPr sz="36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cap="none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09653" name="Title 3"/>
          <p:cNvSpPr>
            <a:spLocks noGrp="1"/>
          </p:cNvSpPr>
          <p:nvPr>
            <p:ph type="title"/>
          </p:nvPr>
        </p:nvSpPr>
        <p:spPr bwMode="auto">
          <a:xfrm>
            <a:off x="838200" y="2766218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sr-Latn"/>
              <a:t>Gallery app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799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Sadržaj</a:t>
            </a:r>
            <a:endParaRPr lang="en-US"/>
          </a:p>
        </p:txBody>
      </p:sp>
      <p:sp>
        <p:nvSpPr>
          <p:cNvPr id="1585192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 sz="2000"/>
              <a:t>O našoj aplikaciji</a:t>
            </a:r>
            <a:endParaRPr sz="2000"/>
          </a:p>
          <a:p>
            <a:pPr>
              <a:defRPr/>
            </a:pPr>
            <a:r>
              <a:rPr lang="sr-Latn-RS" sz="2000"/>
              <a:t>Šta je do sada odrađeno</a:t>
            </a:r>
            <a:endParaRPr sz="2000"/>
          </a:p>
          <a:p>
            <a:pPr>
              <a:defRPr/>
            </a:pPr>
            <a:r>
              <a:rPr lang="sr-Latn-RS" sz="2000"/>
              <a:t>Šta je sledeće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6428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Članovi razvojnog tima</a:t>
            </a:r>
            <a:endParaRPr/>
          </a:p>
        </p:txBody>
      </p:sp>
      <p:sp>
        <p:nvSpPr>
          <p:cNvPr id="104741325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2000"/>
              <a:t>Daniel Štifelmajer – android aplikacija (java)</a:t>
            </a:r>
            <a:endParaRPr lang="sr-Latn" sz="2000"/>
          </a:p>
          <a:p>
            <a:pPr>
              <a:defRPr/>
            </a:pPr>
            <a:r>
              <a:rPr lang="sr-Latn" sz="2000"/>
              <a:t>Sara Klipa – android aplikacija (xml)</a:t>
            </a:r>
            <a:endParaRPr lang="sr-Latn" sz="2000"/>
          </a:p>
          <a:p>
            <a:pPr>
              <a:defRPr/>
            </a:pPr>
            <a:r>
              <a:rPr lang="sr-Latn" sz="2000"/>
              <a:t>Stepan Turicin — backend</a:t>
            </a:r>
            <a:r>
              <a:rPr lang="sr-Latn" sz="2000"/>
              <a:t> (django)</a:t>
            </a:r>
            <a:endParaRPr lang="sr-Latn" sz="2000"/>
          </a:p>
          <a:p>
            <a:pPr>
              <a:defRPr/>
            </a:pPr>
            <a:r>
              <a:rPr lang="sr-Latn" sz="2000"/>
              <a:t>David Katrinka — web frontend za admin korisnika i profesore</a:t>
            </a:r>
            <a:r>
              <a:rPr lang="sr-Latn" sz="2000"/>
              <a:t> (react.js)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213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O našoj aplikaciji	</a:t>
            </a:r>
            <a:endParaRPr lang="en-US"/>
          </a:p>
        </p:txBody>
      </p:sp>
      <p:sp>
        <p:nvSpPr>
          <p:cNvPr id="10317843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 sz="2000"/>
              <a:t>Naša aplikacija za cilj ima da omogući studentima da postave sadržaj i da se međusobno ocenjuju.</a:t>
            </a:r>
            <a:endParaRPr sz="2000"/>
          </a:p>
          <a:p>
            <a:pPr>
              <a:defRPr/>
            </a:pPr>
            <a:endParaRPr lang="en-US"/>
          </a:p>
        </p:txBody>
      </p:sp>
      <p:pic>
        <p:nvPicPr>
          <p:cNvPr id="17020631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716255" y="1906489"/>
            <a:ext cx="3117148" cy="3174816"/>
          </a:xfrm>
          <a:prstGeom prst="rect">
            <a:avLst/>
          </a:prstGeom>
        </p:spPr>
      </p:pic>
      <p:pic>
        <p:nvPicPr>
          <p:cNvPr id="124791050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195126" y="5008340"/>
            <a:ext cx="1178592" cy="1200396"/>
          </a:xfrm>
          <a:prstGeom prst="rect">
            <a:avLst/>
          </a:prstGeom>
        </p:spPr>
      </p:pic>
      <p:pic>
        <p:nvPicPr>
          <p:cNvPr id="14830712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757619" y="1912551"/>
            <a:ext cx="2016772" cy="2054082"/>
          </a:xfrm>
          <a:prstGeom prst="rect">
            <a:avLst/>
          </a:prstGeom>
        </p:spPr>
      </p:pic>
      <p:pic>
        <p:nvPicPr>
          <p:cNvPr id="372238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176922" y="3966633"/>
            <a:ext cx="1697149" cy="1728546"/>
          </a:xfrm>
          <a:prstGeom prst="rect">
            <a:avLst/>
          </a:prstGeom>
        </p:spPr>
      </p:pic>
      <p:pic>
        <p:nvPicPr>
          <p:cNvPr id="137194379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08431" y="1133884"/>
            <a:ext cx="1772909" cy="1805707"/>
          </a:xfrm>
          <a:prstGeom prst="rect">
            <a:avLst/>
          </a:prstGeom>
        </p:spPr>
      </p:pic>
      <p:pic>
        <p:nvPicPr>
          <p:cNvPr id="83944519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304636" y="4412186"/>
            <a:ext cx="1603749" cy="1633418"/>
          </a:xfrm>
          <a:prstGeom prst="rect">
            <a:avLst/>
          </a:prstGeom>
        </p:spPr>
      </p:pic>
      <p:pic>
        <p:nvPicPr>
          <p:cNvPr id="6358464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274829" y="681554"/>
            <a:ext cx="888227" cy="904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1727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Trenutno stanje</a:t>
            </a:r>
            <a:endParaRPr lang="en-US"/>
          </a:p>
        </p:txBody>
      </p:sp>
      <p:sp>
        <p:nvSpPr>
          <p:cNvPr id="116627710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 sz="2000"/>
              <a:t>Korisnici se mogu registrovati i kasnije prijaviti na aplikaciju.</a:t>
            </a:r>
            <a:endParaRPr lang="sr-Latn-RS" sz="2000"/>
          </a:p>
          <a:p>
            <a:pPr>
              <a:defRPr/>
            </a:pPr>
            <a:r>
              <a:rPr lang="sr-Latn" sz="2000"/>
              <a:t>Admin i profesor se mogu prijaviti na dashboard</a:t>
            </a:r>
            <a:endParaRPr lang="sr-Latn-RS" sz="2000"/>
          </a:p>
          <a:p>
            <a:pPr>
              <a:defRPr/>
            </a:pPr>
            <a:r>
              <a:rPr lang="sr-Latn" sz="2000"/>
              <a:t>Na backend imamo CRUD za korisnike i brojeve indeksa</a:t>
            </a:r>
            <a:endParaRPr/>
          </a:p>
          <a:p>
            <a:pPr>
              <a:defRPr/>
            </a:pPr>
            <a:endParaRPr lang="sr-Latn-RS"/>
          </a:p>
          <a:p>
            <a:pPr>
              <a:defRPr/>
            </a:pPr>
            <a:endParaRPr lang="en-US"/>
          </a:p>
        </p:txBody>
      </p:sp>
      <p:pic>
        <p:nvPicPr>
          <p:cNvPr id="15413406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065145" y="1164084"/>
            <a:ext cx="4876799" cy="4876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59636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942325" y="1681941"/>
            <a:ext cx="7821425" cy="4766575"/>
          </a:xfrm>
          <a:prstGeom prst="rect">
            <a:avLst/>
          </a:prstGeom>
        </p:spPr>
      </p:pic>
      <p:sp>
        <p:nvSpPr>
          <p:cNvPr id="1868509027" name="Title 1"/>
          <p:cNvSpPr>
            <a:spLocks noGrp="1"/>
          </p:cNvSpPr>
          <p:nvPr>
            <p:ph type="title"/>
          </p:nvPr>
        </p:nvSpPr>
        <p:spPr bwMode="auto">
          <a:xfrm>
            <a:off x="685800" y="327398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sr-Latn"/>
              <a:t>BAckend</a:t>
            </a:r>
            <a:endParaRPr/>
          </a:p>
        </p:txBody>
      </p:sp>
      <p:sp>
        <p:nvSpPr>
          <p:cNvPr id="1420838750" name=""/>
          <p:cNvSpPr txBox="1"/>
          <p:nvPr/>
        </p:nvSpPr>
        <p:spPr bwMode="auto">
          <a:xfrm rot="0" flipH="0" flipV="0">
            <a:off x="685800" y="2953336"/>
            <a:ext cx="2409633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Django REST</a:t>
            </a:r>
            <a:endParaRPr lang="sr-Latn" sz="2200"/>
          </a:p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API</a:t>
            </a:r>
            <a:endParaRPr lang="sr-Latn" sz="2200"/>
          </a:p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Token Authorization</a:t>
            </a:r>
            <a:endParaRPr lang="sr-Latn" sz="2200"/>
          </a:p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Swagger</a:t>
            </a:r>
            <a:endParaRPr lang="sr-Latn" sz="2200"/>
          </a:p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Nginx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8007108" name="Picture 6" descr="A blue and white background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406231" y="290770"/>
            <a:ext cx="3038899" cy="6125430"/>
          </a:xfrm>
          <a:prstGeom prst="rect">
            <a:avLst/>
          </a:prstGeom>
        </p:spPr>
      </p:pic>
      <p:pic>
        <p:nvPicPr>
          <p:cNvPr id="1054602876" name="Picture 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75411" y="290770"/>
            <a:ext cx="3086531" cy="6144482"/>
          </a:xfrm>
          <a:prstGeom prst="rect">
            <a:avLst/>
          </a:prstGeom>
        </p:spPr>
      </p:pic>
      <p:sp>
        <p:nvSpPr>
          <p:cNvPr id="1713137743" name=""/>
          <p:cNvSpPr txBox="1"/>
          <p:nvPr/>
        </p:nvSpPr>
        <p:spPr bwMode="auto">
          <a:xfrm rot="0" flipH="0" flipV="0">
            <a:off x="1036674" y="2384458"/>
            <a:ext cx="2433776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Dugme za registraciju i dugme za login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8241787" name="Picture 2" descr="A screenshot of a computer screen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4774" y="390100"/>
            <a:ext cx="2495898" cy="6077798"/>
          </a:xfrm>
          <a:prstGeom prst="rect">
            <a:avLst/>
          </a:prstGeom>
        </p:spPr>
      </p:pic>
      <p:sp>
        <p:nvSpPr>
          <p:cNvPr id="766348133" name=""/>
          <p:cNvSpPr txBox="1"/>
          <p:nvPr/>
        </p:nvSpPr>
        <p:spPr bwMode="auto">
          <a:xfrm rot="0" flipH="0" flipV="0">
            <a:off x="2090897" y="2384457"/>
            <a:ext cx="2441695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Forma za registraciju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8296639" name="Picture 2" descr="A screenshot of a login screen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66857" y="337705"/>
            <a:ext cx="2934109" cy="6182588"/>
          </a:xfrm>
          <a:prstGeom prst="rect">
            <a:avLst/>
          </a:prstGeom>
        </p:spPr>
      </p:pic>
      <p:sp>
        <p:nvSpPr>
          <p:cNvPr id="41451767" name=""/>
          <p:cNvSpPr txBox="1"/>
          <p:nvPr/>
        </p:nvSpPr>
        <p:spPr bwMode="auto">
          <a:xfrm rot="0" flipH="0" flipV="0">
            <a:off x="2053906" y="2384457"/>
            <a:ext cx="2434135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Dugme za registraciju i dugme za login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335530" name="Title 1"/>
          <p:cNvSpPr>
            <a:spLocks noGrp="1"/>
          </p:cNvSpPr>
          <p:nvPr>
            <p:ph type="title"/>
          </p:nvPr>
        </p:nvSpPr>
        <p:spPr bwMode="auto">
          <a:xfrm>
            <a:off x="685800" y="424648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sr-Latn"/>
              <a:t>Login za admina ili profesora</a:t>
            </a:r>
            <a:endParaRPr/>
          </a:p>
        </p:txBody>
      </p:sp>
      <p:pic>
        <p:nvPicPr>
          <p:cNvPr id="18835168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46699" y="2139847"/>
            <a:ext cx="9784878" cy="4248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798867" name="Title 1"/>
          <p:cNvSpPr>
            <a:spLocks noGrp="1"/>
          </p:cNvSpPr>
          <p:nvPr>
            <p:ph type="title"/>
          </p:nvPr>
        </p:nvSpPr>
        <p:spPr bwMode="auto">
          <a:xfrm>
            <a:off x="685800" y="452391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sr-Latn"/>
              <a:t>Profilna stranica admina ili profesora</a:t>
            </a:r>
            <a:endParaRPr/>
          </a:p>
        </p:txBody>
      </p:sp>
      <p:pic>
        <p:nvPicPr>
          <p:cNvPr id="17882283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59781" y="1982638"/>
            <a:ext cx="10228868" cy="4501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5410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Šta je sledeće?</a:t>
            </a:r>
            <a:endParaRPr lang="en-US"/>
          </a:p>
        </p:txBody>
      </p:sp>
      <p:sp>
        <p:nvSpPr>
          <p:cNvPr id="17191924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 sz="2000"/>
              <a:t>Sledeće što je u planu jeste da omogućimo, pre svega da korisnici vide sadržaj i da imaju interakciju.</a:t>
            </a:r>
            <a:endParaRPr sz="2000"/>
          </a:p>
          <a:p>
            <a:pPr>
              <a:defRPr/>
            </a:pPr>
            <a:r>
              <a:rPr lang="sr-Latn-RS" sz="2000"/>
              <a:t>Omogućiti korisnicima da postavljaju sadržaj.</a:t>
            </a:r>
            <a:endParaRPr sz="2000"/>
          </a:p>
          <a:p>
            <a:pPr>
              <a:defRPr/>
            </a:pPr>
            <a:r>
              <a:rPr lang="sr-Latn-RS" sz="2000"/>
              <a:t>Ocenjivanje sadržaja.</a:t>
            </a:r>
            <a:endParaRPr lang="sr-Latn-RS" sz="2000"/>
          </a:p>
          <a:p>
            <a:pPr>
              <a:defRPr/>
            </a:pPr>
            <a:r>
              <a:rPr lang="sr-Latn" sz="2000"/>
              <a:t>Mogućnost admina da dodaje i briše korisnike i brojeve indeksa</a:t>
            </a:r>
            <a:r>
              <a:rPr lang="sr-Latn" sz="2000"/>
              <a:t> na dashboard.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1864608" name="Picture 3" descr="A screenshot of a post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788664" y="560266"/>
            <a:ext cx="3201762" cy="5737465"/>
          </a:xfrm>
          <a:prstGeom prst="rect">
            <a:avLst/>
          </a:prstGeom>
        </p:spPr>
      </p:pic>
      <p:sp>
        <p:nvSpPr>
          <p:cNvPr id="311992001" name=""/>
          <p:cNvSpPr txBox="1"/>
          <p:nvPr/>
        </p:nvSpPr>
        <p:spPr bwMode="auto">
          <a:xfrm rot="0" flipH="0" flipV="0">
            <a:off x="2941673" y="2834460"/>
            <a:ext cx="2448535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Jedna objava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1893753" name="Picture 2" descr="A screenshot of a social media account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53397" y="689931"/>
            <a:ext cx="3174577" cy="5675412"/>
          </a:xfrm>
          <a:prstGeom prst="rect">
            <a:avLst/>
          </a:prstGeom>
        </p:spPr>
      </p:pic>
      <p:sp>
        <p:nvSpPr>
          <p:cNvPr id="900270892" name=""/>
          <p:cNvSpPr txBox="1"/>
          <p:nvPr/>
        </p:nvSpPr>
        <p:spPr bwMode="auto">
          <a:xfrm rot="0" flipH="0" flipV="0">
            <a:off x="2525533" y="2384457"/>
            <a:ext cx="2444935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Forma za kreiranje nove objave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98959" name="Title 1"/>
          <p:cNvSpPr>
            <a:spLocks noGrp="1"/>
          </p:cNvSpPr>
          <p:nvPr>
            <p:ph type="ctrTitle"/>
          </p:nvPr>
        </p:nvSpPr>
        <p:spPr bwMode="auto">
          <a:xfrm>
            <a:off x="3962398" y="1964266"/>
            <a:ext cx="7197725" cy="2421463"/>
          </a:xfrm>
        </p:spPr>
        <p:txBody>
          <a:bodyPr/>
          <a:lstStyle>
            <a:lvl1pPr algn="r">
              <a:defRPr sz="4800"/>
            </a:lvl1pPr>
          </a:lstStyle>
          <a:p>
            <a:pPr>
              <a:defRPr/>
            </a:pPr>
            <a:r>
              <a:rPr lang="sr-Latn"/>
              <a:t>Hvala na pažnji!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r:embed="rId1"/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r:embed="rId1"/>
          <a:stretch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0</Words>
  <Application>ONLYOFFICE/9.2.0.100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danielstifelmajer@gmail.com</dc:creator>
  <cp:lastModifiedBy/>
  <cp:revision>5</cp:revision>
  <dcterms:created xsi:type="dcterms:W3CDTF">2025-12-16T17:30:50Z</dcterms:created>
  <dcterms:modified xsi:type="dcterms:W3CDTF">2025-12-16T20:54:50Z</dcterms:modified>
</cp:coreProperties>
</file>