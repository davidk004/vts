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1" d="100"/>
          <a:sy n="81" d="100"/>
        </p:scale>
        <p:origin x="754" y="5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3892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680409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788141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466715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926917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62507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193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652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71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F63AA7-D36E-2375-F018-B0BF7421C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811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44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144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6E759-48DA-6F44-D2D2-DB94FF21C0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690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466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474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5A65A-9EFC-E6B0-3F05-F92711859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82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762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185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7BC3A-B3E3-F6E8-467C-12E106B6C6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986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230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659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8F4F9B-3397-415F-1FD8-EE83F2DCBF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06E1E-EA57-7A52-C988-82B3CCC8F2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563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3816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724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1318E-C2B1-95DE-CA30-F90C381609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048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9129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549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13850-CC8D-4711-5FA6-EA1B4758C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470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447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198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E98478-1C42-2B78-7730-687976C290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155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9883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005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4F0CFD-6B45-CD9F-565B-F733D6CDDE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19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8150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868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19F74-DAC5-A65E-C1D7-9D94740F24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863571" name="Picture 6" descr="Celestia-R1---OverlayTitle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004974628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8388947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91325126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34356561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333441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918662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7499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2264917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41605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308404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22316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798156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14278504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0083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5611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8658665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26949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197972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290410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14791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18796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92597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7625511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62146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798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75651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47749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16623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692727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173194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02521927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390478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1711235" name="Picture 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384871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302101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538909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780762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997848" name="Picture 4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456590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67922879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34834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4281901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75684954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0328796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50631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20884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6523603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36904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7031305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45259355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43302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602128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76919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78280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6972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7407304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441913322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013907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81912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9730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4940824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94054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4203667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55181143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742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5698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4296649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59267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2901039" name="Picture 1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90563701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2096508568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800023492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1987572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99573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62368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608666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92190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7658357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422082248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8091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81132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835237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51294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229839" name="Picture 10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74282376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846177520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11400251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774230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33694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26350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720171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6011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5946002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41207140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728235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72417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802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3502321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290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8165500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2451917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61273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324481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19222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  <p:sp>
        <p:nvSpPr>
          <p:cNvPr id="2102560947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237154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5136217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10895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31320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402405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2234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053465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93130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8985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4573151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532260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hyperlink" Target="https://drive.google.com/file/d/1sZqckPyohL00Oh54Tlg4h6G-OQEdefK2/view?usp=sharing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drive.google.com/file/d/13qU2ofYJG-SXmFdQqoijXFiu8tSVQ-VW/view?usp=sharing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hyperlink" Target="https://drive.google.com/file/d/1A07myLhkoCHy4SVlTKpf3cZFFLMSrByo/view?usp=sharing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448786" name="Title 3"/>
          <p:cNvSpPr>
            <a:spLocks noGrp="1"/>
          </p:cNvSpPr>
          <p:nvPr>
            <p:ph type="title"/>
          </p:nvPr>
        </p:nvSpPr>
        <p:spPr bwMode="auto">
          <a:xfrm>
            <a:off x="840718" y="2766217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sr-Latn"/>
              <a:t>Gallery app</a:t>
            </a:r>
            <a:endParaRPr lang="en-US"/>
          </a:p>
        </p:txBody>
      </p:sp>
      <p:sp>
        <p:nvSpPr>
          <p:cNvPr id="1753799019" name=""/>
          <p:cNvSpPr txBox="1"/>
          <p:nvPr/>
        </p:nvSpPr>
        <p:spPr bwMode="auto">
          <a:xfrm rot="0" flipH="0" flipV="0">
            <a:off x="4511331" y="3784896"/>
            <a:ext cx="317437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sr-Latn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Iteracija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3 - Finalna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4391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Sadržaj</a:t>
            </a:r>
            <a:endParaRPr lang="en-US"/>
          </a:p>
        </p:txBody>
      </p:sp>
      <p:sp>
        <p:nvSpPr>
          <p:cNvPr id="1128905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Ukratko šta je urađeno u prošlim sprintovima</a:t>
            </a:r>
            <a:endParaRPr sz="2000"/>
          </a:p>
          <a:p>
            <a:pPr>
              <a:defRPr/>
            </a:pPr>
            <a:r>
              <a:rPr lang="sr-Latn" sz="2000"/>
              <a:t>Šta je odrađeno u ovom sprintu</a:t>
            </a:r>
            <a:endParaRPr sz="2000"/>
          </a:p>
          <a:p>
            <a:pPr>
              <a:defRPr/>
            </a:pPr>
            <a:r>
              <a:rPr lang="sr-Latn" sz="2000"/>
              <a:t>Moguća buduća proširenja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713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Članovi razvojnog tima</a:t>
            </a:r>
            <a:endParaRPr/>
          </a:p>
        </p:txBody>
      </p:sp>
      <p:sp>
        <p:nvSpPr>
          <p:cNvPr id="7249860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Daniel Štifelmajer – android aplikacija (java)</a:t>
            </a:r>
            <a:endParaRPr lang="sr-Latn" sz="2000"/>
          </a:p>
          <a:p>
            <a:pPr>
              <a:defRPr/>
            </a:pPr>
            <a:r>
              <a:rPr lang="sr-Latn" sz="2000"/>
              <a:t>Sara Klipa – android aplikacija (xml)</a:t>
            </a:r>
            <a:endParaRPr lang="sr-Latn" sz="2000"/>
          </a:p>
          <a:p>
            <a:pPr>
              <a:defRPr/>
            </a:pPr>
            <a:r>
              <a:rPr lang="sr-Latn" sz="2000"/>
              <a:t>Stepan Turicin — backend</a:t>
            </a:r>
            <a:r>
              <a:rPr lang="sr-Latn" sz="2000"/>
              <a:t> (django)</a:t>
            </a:r>
            <a:endParaRPr lang="sr-Latn" sz="2000"/>
          </a:p>
          <a:p>
            <a:pPr>
              <a:defRPr/>
            </a:pPr>
            <a:r>
              <a:rPr lang="sr-Latn" sz="2000"/>
              <a:t>David Katrinka — web frontend za admin korisnika i profesore</a:t>
            </a:r>
            <a:r>
              <a:rPr lang="sr-Latn" sz="2000"/>
              <a:t> (react.js)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065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PRVI sprint</a:t>
            </a:r>
            <a:r>
              <a:rPr lang="sr-Latn-RS"/>
              <a:t>	</a:t>
            </a:r>
            <a:endParaRPr lang="en-US"/>
          </a:p>
        </p:txBody>
      </p:sp>
      <p:sp>
        <p:nvSpPr>
          <p:cNvPr id="7308922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Registracija korisnika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Login korisnika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Osnovni prikaz sadržaja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Osnovna admin funkcionalnost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Minimalna navigacija</a:t>
            </a:r>
            <a:endParaRPr sz="2000"/>
          </a:p>
          <a:p>
            <a:pPr>
              <a:defRPr/>
            </a:pPr>
            <a:endParaRPr lang="en-US"/>
          </a:p>
        </p:txBody>
      </p:sp>
      <p:pic>
        <p:nvPicPr>
          <p:cNvPr id="503434608" name="Picture 2" descr="A screenshot of a login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034984" y="337704"/>
            <a:ext cx="1564483" cy="3296590"/>
          </a:xfrm>
          <a:prstGeom prst="rect">
            <a:avLst/>
          </a:prstGeom>
        </p:spPr>
      </p:pic>
      <p:pic>
        <p:nvPicPr>
          <p:cNvPr id="1987217847" name="Picture 2" descr="A screenshot of a computer screen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40533" y="309571"/>
            <a:ext cx="1442474" cy="3512591"/>
          </a:xfrm>
          <a:prstGeom prst="rect">
            <a:avLst/>
          </a:prstGeom>
        </p:spPr>
      </p:pic>
      <p:pic>
        <p:nvPicPr>
          <p:cNvPr id="88625946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880592" y="4109580"/>
            <a:ext cx="4162354" cy="1807244"/>
          </a:xfrm>
          <a:prstGeom prst="rect">
            <a:avLst/>
          </a:prstGeom>
        </p:spPr>
      </p:pic>
      <p:pic>
        <p:nvPicPr>
          <p:cNvPr id="354203510" name="Picture 3" descr="A screenshot of a post&#10;&#10;AI-generated content may be incorrect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250882" y="723420"/>
            <a:ext cx="1509833" cy="2705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3624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Drugi Sprint</a:t>
            </a:r>
            <a:endParaRPr lang="en-US"/>
          </a:p>
        </p:txBody>
      </p:sp>
      <p:sp>
        <p:nvSpPr>
          <p:cNvPr id="18721289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CRUD funkcionalnostima za sadržaj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Slanj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 dohvatanj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multimedijalnog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Filtriranj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 sortiranj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Admin upravljanj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statusom sadržaja (pending, public)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Pin/unpin funkcionalnosti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Vizueln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unapređenj</a:t>
            </a: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timeline-a i sistema ocenjivanja</a:t>
            </a:r>
            <a:endParaRPr lang="en-US"/>
          </a:p>
        </p:txBody>
      </p:sp>
      <p:pic>
        <p:nvPicPr>
          <p:cNvPr id="3207299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144900" y="296463"/>
            <a:ext cx="1601927" cy="3132536"/>
          </a:xfrm>
          <a:prstGeom prst="rect">
            <a:avLst/>
          </a:prstGeom>
        </p:spPr>
      </p:pic>
      <p:pic>
        <p:nvPicPr>
          <p:cNvPr id="20991018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402515" y="602616"/>
            <a:ext cx="1574498" cy="3078900"/>
          </a:xfrm>
          <a:prstGeom prst="rect">
            <a:avLst/>
          </a:prstGeom>
        </p:spPr>
      </p:pic>
      <p:pic>
        <p:nvPicPr>
          <p:cNvPr id="94356522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0144900" y="3207886"/>
            <a:ext cx="1826440" cy="3571567"/>
          </a:xfrm>
          <a:prstGeom prst="rect">
            <a:avLst/>
          </a:prstGeom>
        </p:spPr>
      </p:pic>
      <p:pic>
        <p:nvPicPr>
          <p:cNvPr id="106357845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470600" y="3843565"/>
            <a:ext cx="3674300" cy="1947632"/>
          </a:xfrm>
          <a:prstGeom prst="rect">
            <a:avLst/>
          </a:prstGeom>
        </p:spPr>
      </p:pic>
      <p:pic>
        <p:nvPicPr>
          <p:cNvPr id="1090111887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505015" y="1035154"/>
            <a:ext cx="2700842" cy="19368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51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Treći sprint</a:t>
            </a:r>
            <a:endParaRPr/>
          </a:p>
        </p:txBody>
      </p:sp>
      <p:sp>
        <p:nvSpPr>
          <p:cNvPr id="20753544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1" y="2142066"/>
            <a:ext cx="4995333" cy="3649133"/>
          </a:xfrm>
        </p:spPr>
        <p:txBody>
          <a:bodyPr/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Dodavanje ocene i vraćanje prosečne ocene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Api za dodavanje ocene i validacija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Ažuriranje ocene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Slanje podataka o oceni na backend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Dobijanje ocene za svaki sadržaj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Ikona aplikacije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Stranice za CRUD za sadržaj i kategorije</a:t>
            </a:r>
            <a:endParaRPr/>
          </a:p>
        </p:txBody>
      </p:sp>
      <p:pic>
        <p:nvPicPr>
          <p:cNvPr id="8693445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50727" y="1337733"/>
            <a:ext cx="4541504" cy="4346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505158" name="Title 1"/>
          <p:cNvSpPr>
            <a:spLocks noGrp="1"/>
          </p:cNvSpPr>
          <p:nvPr>
            <p:ph type="title"/>
          </p:nvPr>
        </p:nvSpPr>
        <p:spPr bwMode="auto">
          <a:xfrm>
            <a:off x="685800" y="32739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BAckend</a:t>
            </a:r>
            <a:endParaRPr/>
          </a:p>
        </p:txBody>
      </p:sp>
      <p:pic>
        <p:nvPicPr>
          <p:cNvPr id="21252590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18640" y="2474587"/>
            <a:ext cx="7608788" cy="4059654"/>
          </a:xfrm>
          <a:prstGeom prst="rect">
            <a:avLst/>
          </a:prstGeom>
        </p:spPr>
      </p:pic>
      <p:sp>
        <p:nvSpPr>
          <p:cNvPr id="1735396129" name=""/>
          <p:cNvSpPr txBox="1"/>
          <p:nvPr/>
        </p:nvSpPr>
        <p:spPr bwMode="auto">
          <a:xfrm rot="0" flipH="0" flipV="0">
            <a:off x="3122260" y="1601605"/>
            <a:ext cx="59478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4" tooltip=""/>
              </a:rPr>
              <a:t>https://drive.google.com/file/d/1sZqckPyohL00Oh54Tlg4h6G-OQEdefK2/view?usp=sharing</a:t>
            </a:r>
            <a:r>
              <a:rPr lang="sr-Lat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88440" name=""/>
          <p:cNvSpPr txBox="1"/>
          <p:nvPr/>
        </p:nvSpPr>
        <p:spPr bwMode="auto">
          <a:xfrm rot="0" flipH="0" flipV="0">
            <a:off x="2090895" y="2384455"/>
            <a:ext cx="2456453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Android aplikacija</a:t>
            </a:r>
            <a:endParaRPr/>
          </a:p>
        </p:txBody>
      </p:sp>
      <p:pic>
        <p:nvPicPr>
          <p:cNvPr id="16032621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67181" y="-61724"/>
            <a:ext cx="3570197" cy="6981448"/>
          </a:xfrm>
          <a:prstGeom prst="rect">
            <a:avLst/>
          </a:prstGeom>
        </p:spPr>
      </p:pic>
      <p:sp>
        <p:nvSpPr>
          <p:cNvPr id="1682300455" name=""/>
          <p:cNvSpPr txBox="1"/>
          <p:nvPr/>
        </p:nvSpPr>
        <p:spPr bwMode="auto">
          <a:xfrm rot="0" flipH="0" flipV="0">
            <a:off x="2090895" y="4033717"/>
            <a:ext cx="444600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4" tooltip=""/>
              </a:rPr>
              <a:t>https://drive.google.com/file/d/13qU2ofYJG-SXmFdQqoijXFiu8tSVQ-VW/view?usp=sharing</a:t>
            </a:r>
            <a:r>
              <a:rPr lang="sr-Lat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27767" name=""/>
          <p:cNvSpPr txBox="1"/>
          <p:nvPr/>
        </p:nvSpPr>
        <p:spPr bwMode="auto">
          <a:xfrm rot="0" flipH="0" flipV="0">
            <a:off x="4546490" y="343100"/>
            <a:ext cx="309901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sr-Latn" sz="3600"/>
              <a:t>Admin panel</a:t>
            </a:r>
            <a:endParaRPr/>
          </a:p>
        </p:txBody>
      </p:sp>
      <p:pic>
        <p:nvPicPr>
          <p:cNvPr id="6329914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44587" y="2576664"/>
            <a:ext cx="6702823" cy="3572680"/>
          </a:xfrm>
          <a:prstGeom prst="rect">
            <a:avLst/>
          </a:prstGeom>
        </p:spPr>
      </p:pic>
      <p:sp>
        <p:nvSpPr>
          <p:cNvPr id="1450004358" name=""/>
          <p:cNvSpPr txBox="1"/>
          <p:nvPr/>
        </p:nvSpPr>
        <p:spPr bwMode="auto">
          <a:xfrm rot="0" flipH="0" flipV="0">
            <a:off x="3038741" y="1509129"/>
            <a:ext cx="620771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4" tooltip=""/>
              </a:rPr>
              <a:t>https://drive.google.com/file/d/1A07myLhkoCHy4SVlTKpf3cZFFLMSrByo/view?usp=sharing</a:t>
            </a:r>
            <a:r>
              <a:rPr lang="sr-Latn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3108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3600" b="0" i="0" u="none" strike="noStrike" cap="all" spc="0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Moguća buduća proširenja</a:t>
            </a:r>
            <a:endParaRPr sz="3600"/>
          </a:p>
        </p:txBody>
      </p:sp>
      <p:sp>
        <p:nvSpPr>
          <p:cNvPr id="13267871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Implementacija notifikacija</a:t>
            </a:r>
            <a:endParaRPr lang="sr-Latn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Dodavanje komentara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Poboljšanje UI/UX dizajna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Integracija naprednih filtera i pretrage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Razvoj dodatnih administrativnih funkcionalnosti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813008" name="Title 1"/>
          <p:cNvSpPr>
            <a:spLocks noGrp="1"/>
          </p:cNvSpPr>
          <p:nvPr>
            <p:ph type="ctrTitle"/>
          </p:nvPr>
        </p:nvSpPr>
        <p:spPr bwMode="auto">
          <a:xfrm>
            <a:off x="3962398" y="1964266"/>
            <a:ext cx="7197725" cy="2421463"/>
          </a:xfrm>
        </p:spPr>
        <p:txBody>
          <a:bodyPr/>
          <a:lstStyle>
            <a:lvl1pPr algn="r">
              <a:defRPr sz="4800"/>
            </a:lvl1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 rotWithShape="1">
          <a:blip r:embed="rId1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 rotWithShape="1"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/>
  <cp:revision>7</cp:revision>
  <dcterms:created xsi:type="dcterms:W3CDTF">2025-12-16T17:30:50Z</dcterms:created>
  <dcterms:modified xsi:type="dcterms:W3CDTF">2026-02-08T13:52:56Z</dcterms:modified>
</cp:coreProperties>
</file>