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1" d="100"/>
          <a:sy n="81" d="100"/>
        </p:scale>
        <p:origin x="754" y="53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55622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754372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279450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4656837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704437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6866219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7623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0748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248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F63AA7-D36E-2375-F018-B0BF7421C9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067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85523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9479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6E759-48DA-6F44-D2D2-DB94FF21C0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7909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73043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894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B5A65A-9EFC-E6B0-3F05-F92711859B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8576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0610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585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D7BC3A-B3E3-F6E8-467C-12E106B6C6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940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295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865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8F4F9B-3397-415F-1FD8-EE83F2DCBF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0812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596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847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F1318E-C2B1-95DE-CA30-F90C381609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123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79539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0784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E98478-1C42-2B78-7730-687976C290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3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09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508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13850-CC8D-4711-5FA6-EA1B4758C2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3009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66786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35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4D74D5-53C5-E857-9DEE-29DAFD7FDC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8930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02033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81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56BB66-CAA5-3E93-D98D-E3BDF1A7D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461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61920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55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5B9CD1-2E5F-6A0D-376A-813DF68126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1626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4091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033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4F0CFD-6B45-CD9F-565B-F733D6CDDE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4475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9576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547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D852CF-5012-E151-EBA5-4B9A6E1E39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0203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0282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5481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B65B29-46E4-EB7C-A18E-EBAAAD9454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14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4880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1101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119F74-DAC5-A65E-C1D7-9D94740F24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2963591" name="Picture 6" descr="Celestia-R1---OverlayTitle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682840909" name="Title 1"/>
          <p:cNvSpPr>
            <a:spLocks noGrp="1"/>
          </p:cNvSpPr>
          <p:nvPr>
            <p:ph type="ctrTitle"/>
          </p:nvPr>
        </p:nvSpPr>
        <p:spPr bwMode="auto"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1694942" name="Subtitle 2"/>
          <p:cNvSpPr>
            <a:spLocks noGrp="1"/>
          </p:cNvSpPr>
          <p:nvPr>
            <p:ph type="subTitle" idx="1"/>
          </p:nvPr>
        </p:nvSpPr>
        <p:spPr bwMode="auto"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82114429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932558" y="5870575"/>
            <a:ext cx="1600200" cy="377825"/>
          </a:xfrm>
        </p:spPr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08390433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962399" y="5870575"/>
            <a:ext cx="4893958" cy="3778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823985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608958" y="5870575"/>
            <a:ext cx="551167" cy="377825"/>
          </a:xfrm>
        </p:spPr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2210255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4254061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5894244" name="Content Placeholder 2"/>
          <p:cNvSpPr>
            <a:spLocks noGrp="1"/>
          </p:cNvSpPr>
          <p:nvPr>
            <p:ph idx="1"/>
          </p:nvPr>
        </p:nvSpPr>
        <p:spPr bwMode="auto"/>
        <p:txBody>
          <a:bodyPr anchor="ctr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095436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6412851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90769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4362587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64832308" name="Title 1"/>
          <p:cNvSpPr>
            <a:spLocks noGrp="1"/>
          </p:cNvSpPr>
          <p:nvPr>
            <p:ph type="title"/>
          </p:nvPr>
        </p:nvSpPr>
        <p:spPr bwMode="auto"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63119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546411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9958737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21887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57663975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9491864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79793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3743547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821895" y="2142067"/>
            <a:ext cx="4995332" cy="36491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100099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58412291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51049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6569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306517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9937291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640430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096003" y="2226734"/>
            <a:ext cx="4722812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3378047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840605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2428684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403174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5350730" name="Picture 5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6059681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572155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27181410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6511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4795280" name="Picture 4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18731515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04869356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165258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7296865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03172723" name="Title 1"/>
          <p:cNvSpPr>
            <a:spLocks noGrp="1"/>
          </p:cNvSpPr>
          <p:nvPr>
            <p:ph type="title"/>
          </p:nvPr>
        </p:nvSpPr>
        <p:spPr bwMode="auto"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8915815" name="Content Placeholder 2"/>
          <p:cNvSpPr>
            <a:spLocks noGrp="1"/>
          </p:cNvSpPr>
          <p:nvPr>
            <p:ph idx="1"/>
          </p:nvPr>
        </p:nvSpPr>
        <p:spPr bwMode="auto"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2211345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151181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9250978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50821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9024635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41842457" name="Title 1"/>
          <p:cNvSpPr>
            <a:spLocks noGrp="1"/>
          </p:cNvSpPr>
          <p:nvPr>
            <p:ph type="title"/>
          </p:nvPr>
        </p:nvSpPr>
        <p:spPr bwMode="auto"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511279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092315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77749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0361832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25747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anoramic 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170968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548782054" name="Title 1"/>
          <p:cNvSpPr>
            <a:spLocks noGrp="1"/>
          </p:cNvSpPr>
          <p:nvPr>
            <p:ph type="title"/>
          </p:nvPr>
        </p:nvSpPr>
        <p:spPr bwMode="auto"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9621128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21012490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5299602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278511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72129849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01819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865271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30674287" name="Title 1"/>
          <p:cNvSpPr>
            <a:spLocks noGrp="1"/>
          </p:cNvSpPr>
          <p:nvPr>
            <p:ph type="title"/>
          </p:nvPr>
        </p:nvSpPr>
        <p:spPr bwMode="auto"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085468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58760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4719225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29246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8208020" name="Picture 15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97684485" name="TextBox 14"/>
          <p:cNvSpPr txBox="1"/>
          <p:nvPr/>
        </p:nvSpPr>
        <p:spPr bwMode="auto">
          <a:xfrm>
            <a:off x="10237867" y="274320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869229886" name="TextBox 10"/>
          <p:cNvSpPr txBox="1"/>
          <p:nvPr/>
        </p:nvSpPr>
        <p:spPr bwMode="auto">
          <a:xfrm>
            <a:off x="488275" y="823337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67911129" name="Title 1"/>
          <p:cNvSpPr>
            <a:spLocks noGrp="1"/>
          </p:cNvSpPr>
          <p:nvPr>
            <p:ph type="title"/>
          </p:nvPr>
        </p:nvSpPr>
        <p:spPr bwMode="auto"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1341469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76721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432062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893500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854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9424713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09848036" name="Title 1"/>
          <p:cNvSpPr>
            <a:spLocks noGrp="1"/>
          </p:cNvSpPr>
          <p:nvPr>
            <p:ph type="title"/>
          </p:nvPr>
        </p:nvSpPr>
        <p:spPr bwMode="auto"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02986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772077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0913748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60371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4432608" name="Picture 10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34508517" name="TextBox 12"/>
          <p:cNvSpPr txBox="1"/>
          <p:nvPr/>
        </p:nvSpPr>
        <p:spPr bwMode="auto">
          <a:xfrm>
            <a:off x="10237867" y="274320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267463501" name="TextBox 13"/>
          <p:cNvSpPr txBox="1"/>
          <p:nvPr/>
        </p:nvSpPr>
        <p:spPr bwMode="auto">
          <a:xfrm>
            <a:off x="488275" y="823337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656324530" name="Title 1"/>
          <p:cNvSpPr>
            <a:spLocks noGrp="1"/>
          </p:cNvSpPr>
          <p:nvPr>
            <p:ph type="title"/>
          </p:nvPr>
        </p:nvSpPr>
        <p:spPr bwMode="auto"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4435814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8938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05306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3155014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98936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9937784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0817843" name="Title 1"/>
          <p:cNvSpPr>
            <a:spLocks noGrp="1"/>
          </p:cNvSpPr>
          <p:nvPr>
            <p:ph type="title"/>
          </p:nvPr>
        </p:nvSpPr>
        <p:spPr bwMode="auto"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/>
            </a:lvl1pPr>
          </a:lstStyle>
          <a:p>
            <a:pPr marL="0"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6411305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5801" y="3505199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9507748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80169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8921159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93433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2343751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10605894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63746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9837676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92609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  <p:sp>
        <p:nvSpPr>
          <p:cNvPr id="1635002991" name="Title 1"/>
          <p:cNvSpPr>
            <a:spLocks noGrp="1"/>
          </p:cNvSpPr>
          <p:nvPr>
            <p:ph type="title"/>
          </p:nvPr>
        </p:nvSpPr>
        <p:spPr bwMode="auto">
          <a:xfrm>
            <a:off x="685801" y="609600"/>
            <a:ext cx="10131425" cy="1456267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8956336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73959159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658675" y="609599"/>
            <a:ext cx="2158552" cy="5181601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24181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015555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0980326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70923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395979" name="Title Placeholder 1"/>
          <p:cNvSpPr>
            <a:spLocks noGrp="1"/>
          </p:cNvSpPr>
          <p:nvPr>
            <p:ph type="title"/>
          </p:nvPr>
        </p:nvSpPr>
        <p:spPr bwMode="auto"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04806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1" y="2142067"/>
            <a:ext cx="10131425" cy="3649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461503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51174522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470657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>
        <a:spcBef>
          <a:spcPts val="0"/>
        </a:spcBef>
        <a:buNone/>
        <a:defRPr sz="36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285750" indent="-2857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cap="none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cap="none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316157" name="Title 3"/>
          <p:cNvSpPr>
            <a:spLocks noGrp="1"/>
          </p:cNvSpPr>
          <p:nvPr>
            <p:ph type="title"/>
          </p:nvPr>
        </p:nvSpPr>
        <p:spPr bwMode="auto">
          <a:xfrm>
            <a:off x="838200" y="2766218"/>
            <a:ext cx="10515600" cy="1325563"/>
          </a:xfrm>
        </p:spPr>
        <p:txBody>
          <a:bodyPr/>
          <a:lstStyle/>
          <a:p>
            <a:pPr algn="ctr">
              <a:defRPr/>
            </a:pPr>
            <a:r>
              <a:rPr lang="sr-Latn"/>
              <a:t>Gallery app</a:t>
            </a:r>
            <a:r>
              <a:rPr lang="sr-Latn"/>
              <a:t> sprint 1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2843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Sadržaj</a:t>
            </a:r>
            <a:endParaRPr lang="en-US"/>
          </a:p>
        </p:txBody>
      </p:sp>
      <p:sp>
        <p:nvSpPr>
          <p:cNvPr id="8351827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 sz="2000"/>
              <a:t>O našoj aplikaciji</a:t>
            </a:r>
            <a:endParaRPr sz="2000"/>
          </a:p>
          <a:p>
            <a:pPr>
              <a:defRPr/>
            </a:pPr>
            <a:r>
              <a:rPr lang="sr-Latn-RS" sz="2000"/>
              <a:t>Šta je do sada odrađeno</a:t>
            </a:r>
            <a:endParaRPr sz="2000"/>
          </a:p>
          <a:p>
            <a:pPr>
              <a:defRPr/>
            </a:pPr>
            <a:r>
              <a:rPr lang="sr-Latn-RS" sz="2000"/>
              <a:t>Šta je sledeće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9779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Članovi razvojnog tima</a:t>
            </a:r>
            <a:endParaRPr/>
          </a:p>
        </p:txBody>
      </p:sp>
      <p:sp>
        <p:nvSpPr>
          <p:cNvPr id="15706253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" sz="2000"/>
              <a:t>Daniel Štifelmajer – android aplikacija (java)</a:t>
            </a:r>
            <a:endParaRPr lang="sr-Latn" sz="2000"/>
          </a:p>
          <a:p>
            <a:pPr>
              <a:defRPr/>
            </a:pPr>
            <a:r>
              <a:rPr lang="sr-Latn" sz="2000"/>
              <a:t>Sara Klipa – android aplikacija (xml)</a:t>
            </a:r>
            <a:endParaRPr lang="sr-Latn" sz="2000"/>
          </a:p>
          <a:p>
            <a:pPr>
              <a:defRPr/>
            </a:pPr>
            <a:r>
              <a:rPr lang="sr-Latn" sz="2000"/>
              <a:t>Stepan Turicin — backend</a:t>
            </a:r>
            <a:r>
              <a:rPr lang="sr-Latn" sz="2000"/>
              <a:t> (django)</a:t>
            </a:r>
            <a:endParaRPr lang="sr-Latn" sz="2000"/>
          </a:p>
          <a:p>
            <a:pPr>
              <a:defRPr/>
            </a:pPr>
            <a:r>
              <a:rPr lang="sr-Latn" sz="2000"/>
              <a:t>David Katrinka — web frontend za admin korisnika i profesore</a:t>
            </a:r>
            <a:r>
              <a:rPr lang="sr-Latn" sz="2000"/>
              <a:t> (react.js)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0832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O našoj aplikaciji	</a:t>
            </a:r>
            <a:endParaRPr lang="en-US"/>
          </a:p>
        </p:txBody>
      </p:sp>
      <p:sp>
        <p:nvSpPr>
          <p:cNvPr id="3867896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 sz="2000"/>
              <a:t>Naša aplikacija za cilj ima da omogući studentima da postave sadržaj i da se međusobno ocenjuju.</a:t>
            </a:r>
            <a:endParaRPr sz="2000"/>
          </a:p>
          <a:p>
            <a:pPr>
              <a:defRPr/>
            </a:pPr>
            <a:endParaRPr lang="en-US"/>
          </a:p>
        </p:txBody>
      </p:sp>
      <p:pic>
        <p:nvPicPr>
          <p:cNvPr id="7223556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716255" y="1906489"/>
            <a:ext cx="3117148" cy="3174816"/>
          </a:xfrm>
          <a:prstGeom prst="rect">
            <a:avLst/>
          </a:prstGeom>
        </p:spPr>
      </p:pic>
      <p:pic>
        <p:nvPicPr>
          <p:cNvPr id="10688047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195126" y="5008340"/>
            <a:ext cx="1178592" cy="1200396"/>
          </a:xfrm>
          <a:prstGeom prst="rect">
            <a:avLst/>
          </a:prstGeom>
        </p:spPr>
      </p:pic>
      <p:pic>
        <p:nvPicPr>
          <p:cNvPr id="7028768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757619" y="1912551"/>
            <a:ext cx="2016771" cy="2054082"/>
          </a:xfrm>
          <a:prstGeom prst="rect">
            <a:avLst/>
          </a:prstGeom>
        </p:spPr>
      </p:pic>
      <p:pic>
        <p:nvPicPr>
          <p:cNvPr id="122857154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176922" y="3966633"/>
            <a:ext cx="1697149" cy="1728546"/>
          </a:xfrm>
          <a:prstGeom prst="rect">
            <a:avLst/>
          </a:prstGeom>
        </p:spPr>
      </p:pic>
      <p:pic>
        <p:nvPicPr>
          <p:cNvPr id="59132148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608431" y="1133884"/>
            <a:ext cx="1772909" cy="1805707"/>
          </a:xfrm>
          <a:prstGeom prst="rect">
            <a:avLst/>
          </a:prstGeom>
        </p:spPr>
      </p:pic>
      <p:pic>
        <p:nvPicPr>
          <p:cNvPr id="48651051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304636" y="4412186"/>
            <a:ext cx="1603749" cy="1633418"/>
          </a:xfrm>
          <a:prstGeom prst="rect">
            <a:avLst/>
          </a:prstGeom>
        </p:spPr>
      </p:pic>
      <p:pic>
        <p:nvPicPr>
          <p:cNvPr id="14038252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274829" y="681554"/>
            <a:ext cx="888227" cy="904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1913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Trenutno stanje</a:t>
            </a:r>
            <a:endParaRPr lang="en-US"/>
          </a:p>
        </p:txBody>
      </p:sp>
      <p:sp>
        <p:nvSpPr>
          <p:cNvPr id="155621217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 sz="2000"/>
              <a:t>Korisnici se mogu registrovati i kasnije prijaviti na aplikaciju.</a:t>
            </a:r>
            <a:endParaRPr lang="sr-Latn-RS" sz="2000"/>
          </a:p>
          <a:p>
            <a:pPr>
              <a:defRPr/>
            </a:pPr>
            <a:r>
              <a:rPr lang="sr-Latn" sz="2000"/>
              <a:t>Admin i profesor se mogu prijaviti na dashboard</a:t>
            </a:r>
            <a:endParaRPr lang="sr-Latn-RS" sz="2000"/>
          </a:p>
          <a:p>
            <a:pPr>
              <a:defRPr/>
            </a:pPr>
            <a:r>
              <a:rPr lang="sr-Latn" sz="2000"/>
              <a:t>Na backend imamo CRUD za korisnike i brojeve indeksa</a:t>
            </a:r>
            <a:endParaRPr/>
          </a:p>
          <a:p>
            <a:pPr>
              <a:defRPr/>
            </a:pPr>
            <a:endParaRPr lang="sr-Latn-RS"/>
          </a:p>
          <a:p>
            <a:pPr>
              <a:defRPr/>
            </a:pPr>
            <a:endParaRPr lang="en-US"/>
          </a:p>
        </p:txBody>
      </p:sp>
      <p:pic>
        <p:nvPicPr>
          <p:cNvPr id="14161833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065144" y="1164084"/>
            <a:ext cx="4876799" cy="4876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288418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942325" y="1681941"/>
            <a:ext cx="7821425" cy="4766575"/>
          </a:xfrm>
          <a:prstGeom prst="rect">
            <a:avLst/>
          </a:prstGeom>
        </p:spPr>
      </p:pic>
      <p:sp>
        <p:nvSpPr>
          <p:cNvPr id="1050518483" name="Title 1"/>
          <p:cNvSpPr>
            <a:spLocks noGrp="1"/>
          </p:cNvSpPr>
          <p:nvPr>
            <p:ph type="title"/>
          </p:nvPr>
        </p:nvSpPr>
        <p:spPr bwMode="auto">
          <a:xfrm>
            <a:off x="685800" y="327398"/>
            <a:ext cx="10131424" cy="1456266"/>
          </a:xfrm>
        </p:spPr>
        <p:txBody>
          <a:bodyPr/>
          <a:lstStyle/>
          <a:p>
            <a:pPr>
              <a:defRPr/>
            </a:pPr>
            <a:r>
              <a:rPr lang="sr-Latn"/>
              <a:t>BAckend</a:t>
            </a:r>
            <a:endParaRPr/>
          </a:p>
        </p:txBody>
      </p:sp>
      <p:sp>
        <p:nvSpPr>
          <p:cNvPr id="1656157150" name=""/>
          <p:cNvSpPr txBox="1"/>
          <p:nvPr/>
        </p:nvSpPr>
        <p:spPr bwMode="auto">
          <a:xfrm rot="0" flipH="0" flipV="0">
            <a:off x="685800" y="2953336"/>
            <a:ext cx="2409633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05908" indent="-305908">
              <a:buFont typeface="Arial"/>
              <a:buChar char="•"/>
              <a:defRPr/>
            </a:pPr>
            <a:r>
              <a:rPr lang="sr-Latn" sz="2200"/>
              <a:t>Django REST</a:t>
            </a:r>
            <a:endParaRPr lang="sr-Latn" sz="2200"/>
          </a:p>
          <a:p>
            <a:pPr marL="305908" indent="-305908">
              <a:buFont typeface="Arial"/>
              <a:buChar char="•"/>
              <a:defRPr/>
            </a:pPr>
            <a:r>
              <a:rPr lang="sr-Latn" sz="2200"/>
              <a:t>API</a:t>
            </a:r>
            <a:endParaRPr lang="sr-Latn" sz="2200"/>
          </a:p>
          <a:p>
            <a:pPr marL="305908" indent="-305908">
              <a:buFont typeface="Arial"/>
              <a:buChar char="•"/>
              <a:defRPr/>
            </a:pPr>
            <a:r>
              <a:rPr lang="sr-Latn" sz="2200"/>
              <a:t>Token Authorization</a:t>
            </a:r>
            <a:endParaRPr lang="sr-Latn" sz="2200"/>
          </a:p>
          <a:p>
            <a:pPr marL="305908" indent="-305908">
              <a:buFont typeface="Arial"/>
              <a:buChar char="•"/>
              <a:defRPr/>
            </a:pPr>
            <a:r>
              <a:rPr lang="sr-Latn" sz="2200"/>
              <a:t>Swagger</a:t>
            </a:r>
            <a:endParaRPr lang="sr-Latn" sz="2200"/>
          </a:p>
          <a:p>
            <a:pPr marL="305908" indent="-305908">
              <a:buFont typeface="Arial"/>
              <a:buChar char="•"/>
              <a:defRPr/>
            </a:pPr>
            <a:r>
              <a:rPr lang="sr-Latn" sz="2200"/>
              <a:t>Nginx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5970001" name="Picture 6" descr="A blue and white background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406231" y="290770"/>
            <a:ext cx="3038899" cy="6125430"/>
          </a:xfrm>
          <a:prstGeom prst="rect">
            <a:avLst/>
          </a:prstGeom>
        </p:spPr>
      </p:pic>
      <p:pic>
        <p:nvPicPr>
          <p:cNvPr id="1531570814" name="Picture 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875410" y="290770"/>
            <a:ext cx="3086531" cy="6144482"/>
          </a:xfrm>
          <a:prstGeom prst="rect">
            <a:avLst/>
          </a:prstGeom>
        </p:spPr>
      </p:pic>
      <p:sp>
        <p:nvSpPr>
          <p:cNvPr id="24258843" name=""/>
          <p:cNvSpPr txBox="1"/>
          <p:nvPr/>
        </p:nvSpPr>
        <p:spPr bwMode="auto">
          <a:xfrm rot="0" flipH="0" flipV="0">
            <a:off x="1036674" y="2384458"/>
            <a:ext cx="2433776" cy="2286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 sz="3600"/>
              <a:t>Dugme za registraciju i dugme za login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4221653" name="Picture 2" descr="A screenshot of a computer screen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54774" y="390100"/>
            <a:ext cx="2495898" cy="6077798"/>
          </a:xfrm>
          <a:prstGeom prst="rect">
            <a:avLst/>
          </a:prstGeom>
        </p:spPr>
      </p:pic>
      <p:sp>
        <p:nvSpPr>
          <p:cNvPr id="2146348886" name=""/>
          <p:cNvSpPr txBox="1"/>
          <p:nvPr/>
        </p:nvSpPr>
        <p:spPr bwMode="auto">
          <a:xfrm rot="0" flipH="0" flipV="0">
            <a:off x="2090897" y="2384457"/>
            <a:ext cx="2441694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 sz="3600"/>
              <a:t>Forma za registraciju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158679" name="Picture 2" descr="A screenshot of a login screen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66857" y="337705"/>
            <a:ext cx="2934109" cy="6182588"/>
          </a:xfrm>
          <a:prstGeom prst="rect">
            <a:avLst/>
          </a:prstGeom>
        </p:spPr>
      </p:pic>
      <p:sp>
        <p:nvSpPr>
          <p:cNvPr id="1591292019" name=""/>
          <p:cNvSpPr txBox="1"/>
          <p:nvPr/>
        </p:nvSpPr>
        <p:spPr bwMode="auto">
          <a:xfrm rot="0" flipH="0" flipV="0">
            <a:off x="2053906" y="2384457"/>
            <a:ext cx="2434135" cy="2286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 sz="3600"/>
              <a:t>Dugme za registraciju i dugme za login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197971" name="Title 1"/>
          <p:cNvSpPr>
            <a:spLocks noGrp="1"/>
          </p:cNvSpPr>
          <p:nvPr>
            <p:ph type="title"/>
          </p:nvPr>
        </p:nvSpPr>
        <p:spPr bwMode="auto">
          <a:xfrm>
            <a:off x="685800" y="424648"/>
            <a:ext cx="10131424" cy="1456266"/>
          </a:xfrm>
        </p:spPr>
        <p:txBody>
          <a:bodyPr/>
          <a:lstStyle/>
          <a:p>
            <a:pPr>
              <a:defRPr/>
            </a:pPr>
            <a:r>
              <a:rPr lang="sr-Latn"/>
              <a:t>Login za admina ili profesora</a:t>
            </a:r>
            <a:endParaRPr/>
          </a:p>
        </p:txBody>
      </p:sp>
      <p:pic>
        <p:nvPicPr>
          <p:cNvPr id="13256704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46699" y="2139847"/>
            <a:ext cx="9784878" cy="4248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561499" name="Title 1"/>
          <p:cNvSpPr>
            <a:spLocks noGrp="1"/>
          </p:cNvSpPr>
          <p:nvPr>
            <p:ph type="title"/>
          </p:nvPr>
        </p:nvSpPr>
        <p:spPr bwMode="auto">
          <a:xfrm>
            <a:off x="685800" y="452391"/>
            <a:ext cx="10131424" cy="1456266"/>
          </a:xfrm>
        </p:spPr>
        <p:txBody>
          <a:bodyPr/>
          <a:lstStyle/>
          <a:p>
            <a:pPr>
              <a:defRPr/>
            </a:pPr>
            <a:r>
              <a:rPr lang="sr-Latn"/>
              <a:t>Profilna stranica admina ili profesora</a:t>
            </a:r>
            <a:endParaRPr/>
          </a:p>
        </p:txBody>
      </p:sp>
      <p:pic>
        <p:nvPicPr>
          <p:cNvPr id="5369860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59781" y="1982638"/>
            <a:ext cx="10228868" cy="4501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9931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Šta je sledeće?</a:t>
            </a:r>
            <a:endParaRPr lang="en-US"/>
          </a:p>
        </p:txBody>
      </p:sp>
      <p:sp>
        <p:nvSpPr>
          <p:cNvPr id="18980552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 sz="2000"/>
              <a:t>Sledeće što je u planu jeste da omogućimo, pre svega da korisnici vide sadržaj i da imaju interakciju.</a:t>
            </a:r>
            <a:endParaRPr sz="2000"/>
          </a:p>
          <a:p>
            <a:pPr>
              <a:defRPr/>
            </a:pPr>
            <a:r>
              <a:rPr lang="sr-Latn-RS" sz="2000"/>
              <a:t>Omogućiti korisnicima da postavljaju sadržaj.</a:t>
            </a:r>
            <a:endParaRPr sz="2000"/>
          </a:p>
          <a:p>
            <a:pPr>
              <a:defRPr/>
            </a:pPr>
            <a:r>
              <a:rPr lang="sr-Latn-RS" sz="2000"/>
              <a:t>Ocenjivanje sadržaja.</a:t>
            </a:r>
            <a:endParaRPr lang="sr-Latn-RS" sz="2000"/>
          </a:p>
          <a:p>
            <a:pPr>
              <a:defRPr/>
            </a:pPr>
            <a:r>
              <a:rPr lang="sr-Latn" sz="2000"/>
              <a:t>Mogućnost admina da dodaje i briše korisnike i brojeve indeksa</a:t>
            </a:r>
            <a:r>
              <a:rPr lang="sr-Latn" sz="2000"/>
              <a:t> na dashboard.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3254240" name="Picture 3" descr="A screenshot of a post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788664" y="560266"/>
            <a:ext cx="3201762" cy="5737465"/>
          </a:xfrm>
          <a:prstGeom prst="rect">
            <a:avLst/>
          </a:prstGeom>
        </p:spPr>
      </p:pic>
      <p:sp>
        <p:nvSpPr>
          <p:cNvPr id="631863416" name=""/>
          <p:cNvSpPr txBox="1"/>
          <p:nvPr/>
        </p:nvSpPr>
        <p:spPr bwMode="auto">
          <a:xfrm rot="0" flipH="0" flipV="0">
            <a:off x="2941673" y="2834460"/>
            <a:ext cx="2448535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 sz="3600"/>
              <a:t>Jedna objava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7293850" name="Picture 2" descr="A screenshot of a social media account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853397" y="689931"/>
            <a:ext cx="3174577" cy="5675412"/>
          </a:xfrm>
          <a:prstGeom prst="rect">
            <a:avLst/>
          </a:prstGeom>
        </p:spPr>
      </p:pic>
      <p:sp>
        <p:nvSpPr>
          <p:cNvPr id="1461341026" name=""/>
          <p:cNvSpPr txBox="1"/>
          <p:nvPr/>
        </p:nvSpPr>
        <p:spPr bwMode="auto">
          <a:xfrm rot="0" flipH="0" flipV="0">
            <a:off x="2525533" y="2384457"/>
            <a:ext cx="2444935" cy="2286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 sz="3600"/>
              <a:t>Forma za kreiranje nove objave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445497" name="Title 1"/>
          <p:cNvSpPr>
            <a:spLocks noGrp="1"/>
          </p:cNvSpPr>
          <p:nvPr>
            <p:ph type="ctrTitle"/>
          </p:nvPr>
        </p:nvSpPr>
        <p:spPr bwMode="auto">
          <a:xfrm>
            <a:off x="3962398" y="1964266"/>
            <a:ext cx="7197725" cy="2421463"/>
          </a:xfrm>
        </p:spPr>
        <p:txBody>
          <a:bodyPr/>
          <a:lstStyle>
            <a:lvl1pPr algn="r">
              <a:defRPr sz="4800"/>
            </a:lvl1pPr>
          </a:lstStyle>
          <a:p>
            <a:pPr>
              <a:defRPr/>
            </a:pPr>
            <a:r>
              <a:rPr lang="sr-Latn"/>
              <a:t>Hvala na pažnji!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Celestial"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 rotWithShape="1">
          <a:blip r:embed="rId1"/>
          <a:stretch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Celestial"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 rotWithShape="1">
          <a:blip r:embed="rId1"/>
          <a:stretch/>
        </a:blip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0</TotalTime>
  <Words>0</Words>
  <Application>ONLYOFFICE/9.2.1.43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danielstifelmajer@gmail.com</dc:creator>
  <cp:lastModifiedBy/>
  <cp:revision>6</cp:revision>
  <dcterms:created xsi:type="dcterms:W3CDTF">2025-12-16T17:30:50Z</dcterms:created>
  <dcterms:modified xsi:type="dcterms:W3CDTF">2026-01-17T14:58:23Z</dcterms:modified>
</cp:coreProperties>
</file>