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1" d="100"/>
          <a:sy n="81" d="100"/>
        </p:scale>
        <p:origin x="754" y="53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52826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5069896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6606483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1610058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491000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5914793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337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6864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4968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F63AA7-D36E-2375-F018-B0BF7421C9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0709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6390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660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6E759-48DA-6F44-D2D2-DB94FF21C0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4461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36222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35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B5A65A-9EFC-E6B0-3F05-F92711859B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10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84948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0850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D7BC3A-B3E3-F6E8-467C-12E106B6C6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6941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2678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2732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8F4F9B-3397-415F-1FD8-EE83F2DCBF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584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0547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987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506E1E-EA57-7A52-C988-82B3CCC8F2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6132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538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4990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F1318E-C2B1-95DE-CA30-F90C381609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3853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8778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5946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13850-CC8D-4711-5FA6-EA1B4758C2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5699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8398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295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E98478-1C42-2B78-7730-687976C290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454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0631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4848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4F0CFD-6B45-CD9F-565B-F733D6CDDE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6214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0487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107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119F74-DAC5-A65E-C1D7-9D94740F24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748748" name="Picture 6" descr="Celestia-R1---OverlayTitle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499401860" name="Title 1"/>
          <p:cNvSpPr>
            <a:spLocks noGrp="1"/>
          </p:cNvSpPr>
          <p:nvPr>
            <p:ph type="ctrTitle"/>
          </p:nvPr>
        </p:nvSpPr>
        <p:spPr bwMode="auto"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5186560" name="Subtitle 2"/>
          <p:cNvSpPr>
            <a:spLocks noGrp="1"/>
          </p:cNvSpPr>
          <p:nvPr>
            <p:ph type="subTitle" idx="1"/>
          </p:nvPr>
        </p:nvSpPr>
        <p:spPr bwMode="auto"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03785113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932558" y="5870575"/>
            <a:ext cx="1600200" cy="377825"/>
          </a:xfrm>
        </p:spPr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67077547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962399" y="5870575"/>
            <a:ext cx="4893958" cy="3778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133363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608958" y="5870575"/>
            <a:ext cx="551167" cy="377825"/>
          </a:xfrm>
        </p:spPr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05802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9311455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1418361" name="Content Placeholder 2"/>
          <p:cNvSpPr>
            <a:spLocks noGrp="1"/>
          </p:cNvSpPr>
          <p:nvPr>
            <p:ph idx="1"/>
          </p:nvPr>
        </p:nvSpPr>
        <p:spPr bwMode="auto"/>
        <p:txBody>
          <a:bodyPr anchor="ctr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023507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9699924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16167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2903918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54147690" name="Title 1"/>
          <p:cNvSpPr>
            <a:spLocks noGrp="1"/>
          </p:cNvSpPr>
          <p:nvPr>
            <p:ph type="title"/>
          </p:nvPr>
        </p:nvSpPr>
        <p:spPr bwMode="auto"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6543271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632975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8019973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32610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77188988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4071023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9436060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608835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821895" y="2142067"/>
            <a:ext cx="4995332" cy="364913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38807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2443964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90379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0166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97613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8809372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9171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096003" y="2226734"/>
            <a:ext cx="4722812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5726505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97295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56007260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026208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2623526" name="Picture 5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654618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05431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89586589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694615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02664255" name="Picture 4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70327059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39002704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596613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8767481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31361676" name="Title 1"/>
          <p:cNvSpPr>
            <a:spLocks noGrp="1"/>
          </p:cNvSpPr>
          <p:nvPr>
            <p:ph type="title"/>
          </p:nvPr>
        </p:nvSpPr>
        <p:spPr bwMode="auto"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6289174" name="Content Placeholder 2"/>
          <p:cNvSpPr>
            <a:spLocks noGrp="1"/>
          </p:cNvSpPr>
          <p:nvPr>
            <p:ph idx="1"/>
          </p:nvPr>
        </p:nvSpPr>
        <p:spPr bwMode="auto"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19291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14597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37405898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228685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2946962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99200191" name="Title 1"/>
          <p:cNvSpPr>
            <a:spLocks noGrp="1"/>
          </p:cNvSpPr>
          <p:nvPr>
            <p:ph type="title"/>
          </p:nvPr>
        </p:nvSpPr>
        <p:spPr bwMode="auto"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33097429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3611874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824422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9530859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435382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anoramic 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2179736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917395273" name="Title 1"/>
          <p:cNvSpPr>
            <a:spLocks noGrp="1"/>
          </p:cNvSpPr>
          <p:nvPr>
            <p:ph type="title"/>
          </p:nvPr>
        </p:nvSpPr>
        <p:spPr bwMode="auto"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372560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842273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5299602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56217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57902478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974652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9373658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005721153" name="Title 1"/>
          <p:cNvSpPr>
            <a:spLocks noGrp="1"/>
          </p:cNvSpPr>
          <p:nvPr>
            <p:ph type="title"/>
          </p:nvPr>
        </p:nvSpPr>
        <p:spPr bwMode="auto"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28908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0108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2553611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89247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929470" name="Picture 15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30717559" name="TextBox 14"/>
          <p:cNvSpPr txBox="1"/>
          <p:nvPr/>
        </p:nvSpPr>
        <p:spPr bwMode="auto">
          <a:xfrm>
            <a:off x="10237867" y="2743200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1855169068" name="TextBox 10"/>
          <p:cNvSpPr txBox="1"/>
          <p:nvPr/>
        </p:nvSpPr>
        <p:spPr bwMode="auto">
          <a:xfrm>
            <a:off x="488275" y="823337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656753793" name="Title 1"/>
          <p:cNvSpPr>
            <a:spLocks noGrp="1"/>
          </p:cNvSpPr>
          <p:nvPr>
            <p:ph type="title"/>
          </p:nvPr>
        </p:nvSpPr>
        <p:spPr bwMode="auto"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5275132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15613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34545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6652845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63391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7472563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909309704" name="Title 1"/>
          <p:cNvSpPr>
            <a:spLocks noGrp="1"/>
          </p:cNvSpPr>
          <p:nvPr>
            <p:ph type="title"/>
          </p:nvPr>
        </p:nvSpPr>
        <p:spPr bwMode="auto"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92836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09457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7110227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79147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9410473" name="Picture 10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75747003" name="TextBox 12"/>
          <p:cNvSpPr txBox="1"/>
          <p:nvPr/>
        </p:nvSpPr>
        <p:spPr bwMode="auto">
          <a:xfrm>
            <a:off x="10237867" y="2743200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1269774221" name="TextBox 13"/>
          <p:cNvSpPr txBox="1"/>
          <p:nvPr/>
        </p:nvSpPr>
        <p:spPr bwMode="auto">
          <a:xfrm>
            <a:off x="488275" y="823337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125558245" name="Title 1"/>
          <p:cNvSpPr>
            <a:spLocks noGrp="1"/>
          </p:cNvSpPr>
          <p:nvPr>
            <p:ph type="title"/>
          </p:nvPr>
        </p:nvSpPr>
        <p:spPr bwMode="auto"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0232324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129348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12528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5109942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51917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ue or Fal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605640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996426204" name="Title 1"/>
          <p:cNvSpPr>
            <a:spLocks noGrp="1"/>
          </p:cNvSpPr>
          <p:nvPr>
            <p:ph type="title"/>
          </p:nvPr>
        </p:nvSpPr>
        <p:spPr bwMode="auto"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/>
            </a:lvl1pPr>
          </a:lstStyle>
          <a:p>
            <a:pPr marL="0"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8242268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5801" y="3505199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205558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706801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5127415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52086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585972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2955229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38393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1675728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09602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  <p:sp>
        <p:nvSpPr>
          <p:cNvPr id="1773070277" name="Title 1"/>
          <p:cNvSpPr>
            <a:spLocks noGrp="1"/>
          </p:cNvSpPr>
          <p:nvPr>
            <p:ph type="title"/>
          </p:nvPr>
        </p:nvSpPr>
        <p:spPr bwMode="auto">
          <a:xfrm>
            <a:off x="685801" y="609600"/>
            <a:ext cx="10131425" cy="1456267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907119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4277768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658675" y="609599"/>
            <a:ext cx="2158552" cy="5181601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47564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3639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6934509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7681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410988" name="Title Placeholder 1"/>
          <p:cNvSpPr>
            <a:spLocks noGrp="1"/>
          </p:cNvSpPr>
          <p:nvPr>
            <p:ph type="title"/>
          </p:nvPr>
        </p:nvSpPr>
        <p:spPr bwMode="auto"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90811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1" y="2142067"/>
            <a:ext cx="10131425" cy="3649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0183735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9745946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095236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>
        <a:spcBef>
          <a:spcPts val="0"/>
        </a:spcBef>
        <a:buNone/>
        <a:defRPr sz="36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285750" indent="-2857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cap="none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cap="none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hyperlink" Target="https://drive.google.com/file/d/1sZqckPyohL00Oh54Tlg4h6G-OQEdefK2/view?usp=sharing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hyperlink" Target="https://drive.google.com/file/d/13qU2ofYJG-SXmFdQqoijXFiu8tSVQ-VW/view?usp=sharing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hyperlink" Target="https://drive.google.com/file/d/1A07myLhkoCHy4SVlTKpf3cZFFLMSrByo/view?usp=sharing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351688" name="Title 3"/>
          <p:cNvSpPr>
            <a:spLocks noGrp="1"/>
          </p:cNvSpPr>
          <p:nvPr>
            <p:ph type="title"/>
          </p:nvPr>
        </p:nvSpPr>
        <p:spPr bwMode="auto">
          <a:xfrm>
            <a:off x="840718" y="2766217"/>
            <a:ext cx="10515600" cy="132556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lang="sr-Latn"/>
              <a:t>Gallery app</a:t>
            </a:r>
            <a:br>
              <a:rPr lang="en-US"/>
            </a:br>
            <a:r>
              <a:rPr lang="en-US"/>
              <a:t>tim victorious</a:t>
            </a:r>
            <a:br>
              <a:rPr lang="en-US"/>
            </a:br>
            <a:endParaRPr lang="en-US"/>
          </a:p>
        </p:txBody>
      </p:sp>
      <p:sp>
        <p:nvSpPr>
          <p:cNvPr id="856908238" name=""/>
          <p:cNvSpPr txBox="1"/>
          <p:nvPr/>
        </p:nvSpPr>
        <p:spPr bwMode="auto">
          <a:xfrm rot="0" flipH="0" flipV="0">
            <a:off x="4511331" y="3784896"/>
            <a:ext cx="317437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sr-Latn" sz="2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Iteracija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3 - Finalna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4499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Sadržaj</a:t>
            </a:r>
            <a:endParaRPr lang="en-US"/>
          </a:p>
        </p:txBody>
      </p:sp>
      <p:sp>
        <p:nvSpPr>
          <p:cNvPr id="2734332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" sz="2000"/>
              <a:t>Ukratko šta je urađeno u prošlim sprintovima</a:t>
            </a:r>
            <a:endParaRPr sz="2000"/>
          </a:p>
          <a:p>
            <a:pPr>
              <a:defRPr/>
            </a:pPr>
            <a:r>
              <a:rPr lang="sr-Latn" sz="2000"/>
              <a:t>Šta je odrađeno u ovom sprintu</a:t>
            </a:r>
            <a:endParaRPr sz="2000"/>
          </a:p>
          <a:p>
            <a:pPr>
              <a:defRPr/>
            </a:pPr>
            <a:r>
              <a:rPr lang="sr-Latn" sz="2000"/>
              <a:t>Moguća buduća proširenja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8500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Članovi razvojnog tima</a:t>
            </a:r>
            <a:endParaRPr/>
          </a:p>
        </p:txBody>
      </p:sp>
      <p:sp>
        <p:nvSpPr>
          <p:cNvPr id="38072978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" sz="2000"/>
              <a:t>Daniel Štifelmajer – android aplikacija (java)</a:t>
            </a:r>
            <a:endParaRPr lang="sr-Latn" sz="2000"/>
          </a:p>
          <a:p>
            <a:pPr>
              <a:defRPr/>
            </a:pPr>
            <a:r>
              <a:rPr lang="sr-Latn" sz="2000"/>
              <a:t>Sara Klipa – android aplikacija (xml)</a:t>
            </a:r>
            <a:endParaRPr lang="sr-Latn" sz="2000"/>
          </a:p>
          <a:p>
            <a:pPr>
              <a:defRPr/>
            </a:pPr>
            <a:r>
              <a:rPr lang="sr-Latn" sz="2000"/>
              <a:t>Stepan Turicin — backend</a:t>
            </a:r>
            <a:r>
              <a:rPr lang="sr-Latn" sz="2000"/>
              <a:t> (django)</a:t>
            </a:r>
            <a:endParaRPr lang="sr-Latn" sz="2000"/>
          </a:p>
          <a:p>
            <a:pPr>
              <a:defRPr/>
            </a:pPr>
            <a:r>
              <a:rPr lang="sr-Latn" sz="2000"/>
              <a:t>David Katrinka — web frontend za admin korisnika i profesore</a:t>
            </a:r>
            <a:r>
              <a:rPr lang="sr-Latn" sz="2000"/>
              <a:t> (react.js)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8766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PRVI sprint</a:t>
            </a:r>
            <a:r>
              <a:rPr lang="sr-Latn-RS"/>
              <a:t>	</a:t>
            </a:r>
            <a:endParaRPr lang="en-US"/>
          </a:p>
        </p:txBody>
      </p:sp>
      <p:sp>
        <p:nvSpPr>
          <p:cNvPr id="4335428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Registracija korisnika</a:t>
            </a:r>
            <a:endParaRPr lang="sr-Latn-R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sr-Latn-R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Login korisnika</a:t>
            </a:r>
            <a:endParaRPr lang="sr-Latn-R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sr-Latn-R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Osnovni prikaz sadržaja</a:t>
            </a:r>
            <a:endParaRPr lang="sr-Latn-R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sr-Latn-R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Osnovna admin funkcionalnost</a:t>
            </a:r>
            <a:endParaRPr lang="sr-Latn-R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sr-Latn-R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Minimalna navigacija</a:t>
            </a:r>
            <a:endParaRPr sz="2000"/>
          </a:p>
          <a:p>
            <a:pPr>
              <a:defRPr/>
            </a:pPr>
            <a:endParaRPr lang="en-US"/>
          </a:p>
        </p:txBody>
      </p:sp>
      <p:pic>
        <p:nvPicPr>
          <p:cNvPr id="1291071160" name="Picture 2" descr="A screenshot of a login screen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034984" y="337704"/>
            <a:ext cx="1564483" cy="3296590"/>
          </a:xfrm>
          <a:prstGeom prst="rect">
            <a:avLst/>
          </a:prstGeom>
        </p:spPr>
      </p:pic>
      <p:pic>
        <p:nvPicPr>
          <p:cNvPr id="1171009502" name="Picture 2" descr="A screenshot of a computer screen&#10;&#10;AI-generated content may be incorrect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240533" y="309571"/>
            <a:ext cx="1442474" cy="3512591"/>
          </a:xfrm>
          <a:prstGeom prst="rect">
            <a:avLst/>
          </a:prstGeom>
        </p:spPr>
      </p:pic>
      <p:pic>
        <p:nvPicPr>
          <p:cNvPr id="65469208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880592" y="4109580"/>
            <a:ext cx="4162354" cy="1807244"/>
          </a:xfrm>
          <a:prstGeom prst="rect">
            <a:avLst/>
          </a:prstGeom>
        </p:spPr>
      </p:pic>
      <p:pic>
        <p:nvPicPr>
          <p:cNvPr id="1481334814" name="Picture 3" descr="A screenshot of a post&#10;&#10;AI-generated content may be incorrect.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250882" y="723420"/>
            <a:ext cx="1509833" cy="27055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9336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Drugi Sprint</a:t>
            </a:r>
            <a:endParaRPr lang="en-US"/>
          </a:p>
        </p:txBody>
      </p:sp>
      <p:sp>
        <p:nvSpPr>
          <p:cNvPr id="21387114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Backend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CRUD funkcionalnostima za sadržaj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Slanj</a:t>
            </a:r>
            <a:r>
              <a:rPr lang="sr-Latn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i dohvatanj</a:t>
            </a:r>
            <a:r>
              <a:rPr lang="sr-Latn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multimedijalnog sadržaja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Filtriranj</a:t>
            </a:r>
            <a:r>
              <a:rPr lang="sr-Latn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i sortiranj</a:t>
            </a:r>
            <a:r>
              <a:rPr lang="sr-Latn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sadržaja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Admin upravljanj</a:t>
            </a:r>
            <a:r>
              <a:rPr lang="sr-Latn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statusom sadržaja (pending, public)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Pin/unpin funkcionalnosti sadržaja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Vizueln</a:t>
            </a:r>
            <a:r>
              <a:rPr lang="sr-Latn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unapređenj</a:t>
            </a:r>
            <a:r>
              <a:rPr lang="sr-Latn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timeline-a i sistema ocenjivanja</a:t>
            </a:r>
            <a:endParaRPr lang="en-US"/>
          </a:p>
        </p:txBody>
      </p:sp>
      <p:pic>
        <p:nvPicPr>
          <p:cNvPr id="16239736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144900" y="296463"/>
            <a:ext cx="1601927" cy="3132536"/>
          </a:xfrm>
          <a:prstGeom prst="rect">
            <a:avLst/>
          </a:prstGeom>
        </p:spPr>
      </p:pic>
      <p:pic>
        <p:nvPicPr>
          <p:cNvPr id="52308357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402515" y="602616"/>
            <a:ext cx="1574497" cy="3078900"/>
          </a:xfrm>
          <a:prstGeom prst="rect">
            <a:avLst/>
          </a:prstGeom>
        </p:spPr>
      </p:pic>
      <p:pic>
        <p:nvPicPr>
          <p:cNvPr id="110147812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0144900" y="3207886"/>
            <a:ext cx="1826440" cy="3571567"/>
          </a:xfrm>
          <a:prstGeom prst="rect">
            <a:avLst/>
          </a:prstGeom>
        </p:spPr>
      </p:pic>
      <p:pic>
        <p:nvPicPr>
          <p:cNvPr id="806495993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470600" y="3843565"/>
            <a:ext cx="3674300" cy="1947632"/>
          </a:xfrm>
          <a:prstGeom prst="rect">
            <a:avLst/>
          </a:prstGeom>
        </p:spPr>
      </p:pic>
      <p:pic>
        <p:nvPicPr>
          <p:cNvPr id="1206076068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5505015" y="1035154"/>
            <a:ext cx="2700842" cy="19368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4412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Treći sprint</a:t>
            </a:r>
            <a:endParaRPr/>
          </a:p>
        </p:txBody>
      </p:sp>
      <p:sp>
        <p:nvSpPr>
          <p:cNvPr id="189527280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5801" y="2142066"/>
            <a:ext cx="4995333" cy="3649132"/>
          </a:xfrm>
        </p:spPr>
        <p:txBody>
          <a:bodyPr/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Dodavanje ocene i vraćanje prosečne ocene</a:t>
            </a:r>
            <a:endParaRPr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Api za dodavanje ocene i validacija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Ažuriranje ocene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Slanje podataka o oceni na backend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Dobijanje ocene za svaki sadržaj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Ikona aplikacije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Stranice za CRUD za sadržaj i kategorije</a:t>
            </a:r>
            <a:endParaRPr/>
          </a:p>
        </p:txBody>
      </p:sp>
      <p:pic>
        <p:nvPicPr>
          <p:cNvPr id="115858831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750727" y="1337733"/>
            <a:ext cx="4541504" cy="43465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24154" name="Title 1"/>
          <p:cNvSpPr>
            <a:spLocks noGrp="1"/>
          </p:cNvSpPr>
          <p:nvPr>
            <p:ph type="title"/>
          </p:nvPr>
        </p:nvSpPr>
        <p:spPr bwMode="auto">
          <a:xfrm>
            <a:off x="685800" y="327398"/>
            <a:ext cx="10131424" cy="1456266"/>
          </a:xfrm>
        </p:spPr>
        <p:txBody>
          <a:bodyPr/>
          <a:lstStyle/>
          <a:p>
            <a:pPr>
              <a:defRPr/>
            </a:pPr>
            <a:r>
              <a:rPr lang="sr-Latn"/>
              <a:t>BAckend</a:t>
            </a:r>
            <a:endParaRPr/>
          </a:p>
        </p:txBody>
      </p:sp>
      <p:pic>
        <p:nvPicPr>
          <p:cNvPr id="23154147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118640" y="2474587"/>
            <a:ext cx="7608788" cy="4059654"/>
          </a:xfrm>
          <a:prstGeom prst="rect">
            <a:avLst/>
          </a:prstGeom>
        </p:spPr>
      </p:pic>
      <p:sp>
        <p:nvSpPr>
          <p:cNvPr id="1752035262" name=""/>
          <p:cNvSpPr txBox="1"/>
          <p:nvPr/>
        </p:nvSpPr>
        <p:spPr bwMode="auto">
          <a:xfrm rot="0" flipH="0" flipV="0">
            <a:off x="3122260" y="1601605"/>
            <a:ext cx="594783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u="sng">
                <a:hlinkClick r:id="rId4" tooltip=""/>
              </a:rPr>
              <a:t>https://drive.google.com/file/d/1sZqckPyohL00Oh54Tlg4h6G-OQEdefK2/view?usp=sharing</a:t>
            </a:r>
            <a:r>
              <a:rPr lang="sr-Latn"/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902041" name=""/>
          <p:cNvSpPr txBox="1"/>
          <p:nvPr/>
        </p:nvSpPr>
        <p:spPr bwMode="auto">
          <a:xfrm rot="0" flipH="0" flipV="0">
            <a:off x="2090895" y="2384455"/>
            <a:ext cx="2456453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 sz="3600"/>
              <a:t>Android aplikacija</a:t>
            </a:r>
            <a:endParaRPr/>
          </a:p>
        </p:txBody>
      </p:sp>
      <p:pic>
        <p:nvPicPr>
          <p:cNvPr id="48904454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167181" y="-61724"/>
            <a:ext cx="3570197" cy="6981447"/>
          </a:xfrm>
          <a:prstGeom prst="rect">
            <a:avLst/>
          </a:prstGeom>
        </p:spPr>
      </p:pic>
      <p:sp>
        <p:nvSpPr>
          <p:cNvPr id="2091853792" name=""/>
          <p:cNvSpPr txBox="1"/>
          <p:nvPr/>
        </p:nvSpPr>
        <p:spPr bwMode="auto">
          <a:xfrm rot="0" flipH="0" flipV="0">
            <a:off x="2090895" y="4033717"/>
            <a:ext cx="444600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u="sng">
                <a:hlinkClick r:id="rId4" tooltip=""/>
              </a:rPr>
              <a:t>https://drive.google.com/file/d/13qU2ofYJG-SXmFdQqoijXFiu8tSVQ-VW/view?usp=sharing</a:t>
            </a:r>
            <a:r>
              <a:rPr lang="sr-Latn"/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275707" name=""/>
          <p:cNvSpPr txBox="1"/>
          <p:nvPr/>
        </p:nvSpPr>
        <p:spPr bwMode="auto">
          <a:xfrm rot="0" flipH="0" flipV="0">
            <a:off x="4546490" y="343100"/>
            <a:ext cx="309901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sr-Latn" sz="3600"/>
              <a:t>Admin panel</a:t>
            </a:r>
            <a:endParaRPr/>
          </a:p>
        </p:txBody>
      </p:sp>
      <p:pic>
        <p:nvPicPr>
          <p:cNvPr id="196184513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744587" y="2576664"/>
            <a:ext cx="6702823" cy="3572680"/>
          </a:xfrm>
          <a:prstGeom prst="rect">
            <a:avLst/>
          </a:prstGeom>
        </p:spPr>
      </p:pic>
      <p:sp>
        <p:nvSpPr>
          <p:cNvPr id="1297075917" name=""/>
          <p:cNvSpPr txBox="1"/>
          <p:nvPr/>
        </p:nvSpPr>
        <p:spPr bwMode="auto">
          <a:xfrm rot="0" flipH="0" flipV="0">
            <a:off x="3038741" y="1509129"/>
            <a:ext cx="620771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u="sng">
                <a:hlinkClick r:id="rId4" tooltip=""/>
              </a:rPr>
              <a:t>https://drive.google.com/file/d/1A07myLhkoCHy4SVlTKpf3cZFFLMSrByo/view?usp=sharing</a:t>
            </a:r>
            <a:r>
              <a:rPr lang="sr-Latn"/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828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 sz="3600" b="0" i="0" u="none" strike="noStrike" cap="all" spc="0">
                <a:ln w="3175" cmpd="sng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rPr>
              <a:t>Moguća buduća proširenja</a:t>
            </a:r>
            <a:endParaRPr sz="3600"/>
          </a:p>
        </p:txBody>
      </p:sp>
      <p:sp>
        <p:nvSpPr>
          <p:cNvPr id="203959156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Implementacija notifikacija</a:t>
            </a:r>
            <a:endParaRPr lang="sr-Latn" sz="20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Dodavanje komentara</a:t>
            </a:r>
            <a:endParaRPr lang="en-US" sz="20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Poboljšanje UI/UX dizajna</a:t>
            </a:r>
            <a:endParaRPr lang="en-US" sz="20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Integracija naprednih filtera i pretrage</a:t>
            </a:r>
            <a:endParaRPr lang="en-US" sz="20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Razvoj dodatnih administrativnih funkcionalnosti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670982" name="Title 1"/>
          <p:cNvSpPr>
            <a:spLocks noGrp="1"/>
          </p:cNvSpPr>
          <p:nvPr>
            <p:ph type="ctrTitle"/>
          </p:nvPr>
        </p:nvSpPr>
        <p:spPr bwMode="auto">
          <a:xfrm>
            <a:off x="3962398" y="1964266"/>
            <a:ext cx="7197725" cy="2421463"/>
          </a:xfrm>
        </p:spPr>
        <p:txBody>
          <a:bodyPr/>
          <a:lstStyle>
            <a:lvl1pPr algn="r">
              <a:defRPr sz="4800"/>
            </a:lvl1pPr>
          </a:lstStyle>
          <a:p>
            <a:pPr>
              <a:defRPr/>
            </a:pPr>
            <a:r>
              <a:rPr lang="sr-Latn"/>
              <a:t>Hvala na pažnji!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Celestial"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r:embed="rId1"/>
          <a:stretch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Celestial"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r:embed="rId1"/>
          <a:stretch/>
        </a:blip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0</TotalTime>
  <Words>0</Words>
  <Application>ONLYOFFICE/9.2.0.100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danielstifelmajer@gmail.com</dc:creator>
  <cp:lastModifiedBy/>
  <cp:revision>8</cp:revision>
  <dcterms:created xsi:type="dcterms:W3CDTF">2025-12-16T17:30:50Z</dcterms:created>
  <dcterms:modified xsi:type="dcterms:W3CDTF">2026-02-09T09:24:47Z</dcterms:modified>
</cp:coreProperties>
</file>